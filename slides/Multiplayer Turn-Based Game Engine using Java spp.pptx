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E9DD-1032-4CF4-A205-1649DA6BC87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98A1-8375-4336-9CE2-1D4A38D07F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419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E9DD-1032-4CF4-A205-1649DA6BC87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98A1-8375-4336-9CE2-1D4A38D07F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44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E9DD-1032-4CF4-A205-1649DA6BC87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98A1-8375-4336-9CE2-1D4A38D07F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054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E9DD-1032-4CF4-A205-1649DA6BC87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98A1-8375-4336-9CE2-1D4A38D07F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174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E9DD-1032-4CF4-A205-1649DA6BC87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98A1-8375-4336-9CE2-1D4A38D07F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004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E9DD-1032-4CF4-A205-1649DA6BC87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98A1-8375-4336-9CE2-1D4A38D07F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922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E9DD-1032-4CF4-A205-1649DA6BC87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98A1-8375-4336-9CE2-1D4A38D07F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79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E9DD-1032-4CF4-A205-1649DA6BC87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98A1-8375-4336-9CE2-1D4A38D07F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683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E9DD-1032-4CF4-A205-1649DA6BC87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98A1-8375-4336-9CE2-1D4A38D07F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759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E9DD-1032-4CF4-A205-1649DA6BC87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98A1-8375-4336-9CE2-1D4A38D07F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845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E9DD-1032-4CF4-A205-1649DA6BC87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98A1-8375-4336-9CE2-1D4A38D07F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651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E9DD-1032-4CF4-A205-1649DA6BC87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98A1-8375-4336-9CE2-1D4A38D07F23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9637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E9DD-1032-4CF4-A205-1649DA6BC87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98A1-8375-4336-9CE2-1D4A38D07F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683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E9DD-1032-4CF4-A205-1649DA6BC87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98A1-8375-4336-9CE2-1D4A38D07F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330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E9DD-1032-4CF4-A205-1649DA6BC87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98A1-8375-4336-9CE2-1D4A38D07F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836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E9DD-1032-4CF4-A205-1649DA6BC87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98A1-8375-4336-9CE2-1D4A38D07F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609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E9DD-1032-4CF4-A205-1649DA6BC87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98A1-8375-4336-9CE2-1D4A38D07F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143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B06E9DD-1032-4CF4-A205-1649DA6BC87D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23D98A1-8375-4336-9CE2-1D4A38D07F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00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17D59-3D03-D5E9-84F1-E7520F737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634" y="1195233"/>
            <a:ext cx="7912482" cy="194186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Multiplayer Turn-Based Game Engine using Java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F5723A-E54C-24AB-DEA5-40B6FCE6C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306" y="2529347"/>
            <a:ext cx="7374192" cy="3881285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chemeClr val="tx1"/>
                </a:solidFill>
              </a:rPr>
              <a:t>Name: Subham Pal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Roll no.: 82</a:t>
            </a:r>
          </a:p>
          <a:p>
            <a:pPr algn="l">
              <a:lnSpc>
                <a:spcPct val="100000"/>
              </a:lnSpc>
            </a:pPr>
            <a:br>
              <a:rPr lang="en-US" sz="2400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Problem: </a:t>
            </a:r>
          </a:p>
          <a:p>
            <a:pPr algn="l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</a:rPr>
              <a:t>Lack of reusable architecture in turn-based games</a:t>
            </a:r>
          </a:p>
          <a:p>
            <a:pPr algn="l">
              <a:lnSpc>
                <a:spcPct val="100000"/>
              </a:lnSpc>
            </a:pPr>
            <a:endParaRPr lang="en-US" b="1" dirty="0">
              <a:solidFill>
                <a:schemeClr val="tx1"/>
              </a:solidFill>
            </a:endParaRPr>
          </a:p>
          <a:p>
            <a:pPr algn="l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</a:rPr>
              <a:t>Target User: </a:t>
            </a:r>
          </a:p>
          <a:p>
            <a:pPr algn="l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</a:rPr>
              <a:t>Students and beginner developers</a:t>
            </a:r>
            <a:br>
              <a:rPr lang="en-US" sz="2400" b="1" dirty="0">
                <a:solidFill>
                  <a:schemeClr val="tx1"/>
                </a:solidFill>
              </a:rPr>
            </a:br>
            <a:br>
              <a:rPr lang="en-US" sz="2400" b="1" dirty="0">
                <a:solidFill>
                  <a:schemeClr val="tx1"/>
                </a:solidFill>
              </a:rPr>
            </a:b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837CB7-54E9-4EB8-B031-59D770BC3B81}"/>
              </a:ext>
            </a:extLst>
          </p:cNvPr>
          <p:cNvSpPr/>
          <p:nvPr/>
        </p:nvSpPr>
        <p:spPr>
          <a:xfrm>
            <a:off x="8356547" y="1034846"/>
            <a:ext cx="3737128" cy="571254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7855" y="1195233"/>
            <a:ext cx="3594511" cy="539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660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F4D20-D4F6-D94C-E5D9-4C4BA930F05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2838" y="1097511"/>
            <a:ext cx="10766323" cy="520496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Architecture: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   UI → Engine → Game → Strategy → Model</a:t>
            </a:r>
          </a:p>
          <a:p>
            <a:pPr marL="0" indent="0">
              <a:lnSpc>
                <a:spcPct val="100000"/>
              </a:lnSpc>
              <a:buNone/>
            </a:pPr>
            <a:endParaRPr lang="en-IN" b="1" dirty="0"/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Key Classes: </a:t>
            </a:r>
          </a:p>
          <a:p>
            <a:pPr>
              <a:lnSpc>
                <a:spcPct val="100000"/>
              </a:lnSpc>
            </a:pPr>
            <a:r>
              <a:rPr lang="en-IN" b="1" dirty="0"/>
              <a:t>Game</a:t>
            </a:r>
          </a:p>
          <a:p>
            <a:pPr>
              <a:lnSpc>
                <a:spcPct val="100000"/>
              </a:lnSpc>
            </a:pPr>
            <a:r>
              <a:rPr lang="en-IN" b="1" dirty="0"/>
              <a:t>TicTacToeGame</a:t>
            </a:r>
          </a:p>
          <a:p>
            <a:pPr>
              <a:lnSpc>
                <a:spcPct val="100000"/>
              </a:lnSpc>
            </a:pPr>
            <a:r>
              <a:rPr lang="en-IN" b="1" dirty="0"/>
              <a:t>GameEngine</a:t>
            </a:r>
          </a:p>
          <a:p>
            <a:pPr>
              <a:lnSpc>
                <a:spcPct val="100000"/>
              </a:lnSpc>
            </a:pPr>
            <a:r>
              <a:rPr lang="en-IN" b="1" dirty="0"/>
              <a:t>TurnManager</a:t>
            </a:r>
          </a:p>
          <a:p>
            <a:pPr>
              <a:lnSpc>
                <a:spcPct val="100000"/>
              </a:lnSpc>
            </a:pPr>
            <a:r>
              <a:rPr lang="en-IN" b="1" dirty="0"/>
              <a:t>Player</a:t>
            </a:r>
          </a:p>
          <a:p>
            <a:pPr>
              <a:lnSpc>
                <a:spcPct val="100000"/>
              </a:lnSpc>
            </a:pPr>
            <a:endParaRPr lang="en-IN" b="1" dirty="0"/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Packages: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   app, engine, model, games, strategy, ui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644E05-FB69-8643-116B-D6C29B71299C}"/>
              </a:ext>
            </a:extLst>
          </p:cNvPr>
          <p:cNvSpPr/>
          <p:nvPr/>
        </p:nvSpPr>
        <p:spPr>
          <a:xfrm>
            <a:off x="1366685" y="437536"/>
            <a:ext cx="3362632" cy="54690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+mj-lt"/>
              </a:rPr>
              <a:t>System Design</a:t>
            </a:r>
            <a:endParaRPr lang="en-IN" sz="3200" b="1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3DF971-1ABB-A791-9842-3C2C9FF36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044" y="2354396"/>
            <a:ext cx="5525249" cy="3063178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solidFill>
              <a:srgbClr val="7030A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53749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E5624-0F41-67D2-F9E3-D7653C5F8B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781" y="1908173"/>
            <a:ext cx="11021961" cy="4394304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IN" sz="2400" b="1" dirty="0"/>
              <a:t>         Abstraction → Game abstract class 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2400" b="1" dirty="0"/>
              <a:t>         Inheritance → TicTacToeGame extends Game 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2400" b="1" dirty="0"/>
              <a:t>         Polymorphism → Overridden methods (checkWinner) 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2400" b="1" dirty="0"/>
              <a:t>         Encapsulation → Player class (private data) 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2400" b="1" dirty="0"/>
              <a:t>         Design Pattern → Strategy Pattern (winner logic)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EDD767-B12F-22BF-D574-A9D15372345D}"/>
              </a:ext>
            </a:extLst>
          </p:cNvPr>
          <p:cNvSpPr/>
          <p:nvPr/>
        </p:nvSpPr>
        <p:spPr>
          <a:xfrm>
            <a:off x="1229032" y="811160"/>
            <a:ext cx="3942735" cy="597286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+mj-lt"/>
              </a:rPr>
              <a:t>OOP Concepts Used</a:t>
            </a:r>
            <a:endParaRPr lang="en-IN" sz="3200" b="1" dirty="0">
              <a:latin typeface="+mj-lt"/>
            </a:endParaRP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624" y="2061432"/>
            <a:ext cx="598408" cy="59840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624" y="2909703"/>
            <a:ext cx="598408" cy="598408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624" y="3785777"/>
            <a:ext cx="598408" cy="598408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624" y="4661851"/>
            <a:ext cx="598408" cy="598408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624" y="5460782"/>
            <a:ext cx="598408" cy="59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741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ACD85-B086-C1BD-1B3C-31E0A170B3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142" y="1865647"/>
            <a:ext cx="10363826" cy="44073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Strategy Pattern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 sz="2400" b="1" dirty="0"/>
              <a:t>            Used for winner detection logic  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 sz="2400" b="1" dirty="0"/>
              <a:t>            Separates game rules from engine  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 sz="2400" b="1" dirty="0"/>
              <a:t>            Allows easy addition of new games</a:t>
            </a:r>
          </a:p>
          <a:p>
            <a:pPr marL="0" indent="0">
              <a:buNone/>
            </a:pPr>
            <a:r>
              <a:rPr lang="en-IN" sz="2400" b="1" dirty="0"/>
              <a:t>   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7BDAC0-1D5C-8AA4-B599-778830EFC598}"/>
              </a:ext>
            </a:extLst>
          </p:cNvPr>
          <p:cNvSpPr/>
          <p:nvPr/>
        </p:nvSpPr>
        <p:spPr>
          <a:xfrm>
            <a:off x="1297545" y="688258"/>
            <a:ext cx="4798142" cy="747252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atin typeface="+mj-lt"/>
              </a:rPr>
              <a:t>TECHNICAL HIGHLIGHT</a:t>
            </a: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26" y="3698394"/>
            <a:ext cx="631281" cy="75756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25" y="4765551"/>
            <a:ext cx="631282" cy="757565"/>
          </a:xfrm>
          <a:prstGeom prst="rect">
            <a:avLst/>
          </a:prstGeom>
        </p:spPr>
      </p:pic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907" y="2752868"/>
            <a:ext cx="658918" cy="79073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A621DF9-FA67-AA8D-B778-1B3586E9E65D}"/>
              </a:ext>
            </a:extLst>
          </p:cNvPr>
          <p:cNvSpPr/>
          <p:nvPr/>
        </p:nvSpPr>
        <p:spPr>
          <a:xfrm>
            <a:off x="7908660" y="1973671"/>
            <a:ext cx="3288891" cy="3576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8A4717-D758-D0F1-3034-921AE5CA71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2478" y="2222090"/>
            <a:ext cx="3156991" cy="315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358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BE8A4-5E84-25D0-78F2-2BD685C39B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3"/>
            <a:ext cx="10363826" cy="3129140"/>
          </a:xfrm>
        </p:spPr>
        <p:txBody>
          <a:bodyPr/>
          <a:lstStyle/>
          <a:p>
            <a:r>
              <a:rPr lang="en-US" sz="2400" b="1" dirty="0"/>
              <a:t>Game execution  </a:t>
            </a:r>
          </a:p>
          <a:p>
            <a:pPr marL="0" indent="0">
              <a:buNone/>
            </a:pPr>
            <a:r>
              <a:rPr lang="en-US" sz="2400" b="1" dirty="0"/>
              <a:t>• Valid move  </a:t>
            </a:r>
          </a:p>
          <a:p>
            <a:pPr marL="0" indent="0">
              <a:buNone/>
            </a:pPr>
            <a:r>
              <a:rPr lang="en-US" sz="2400" b="1" dirty="0"/>
              <a:t>• Invalid move (error handling)  </a:t>
            </a:r>
          </a:p>
          <a:p>
            <a:pPr marL="0" indent="0">
              <a:buNone/>
            </a:pPr>
            <a:r>
              <a:rPr lang="en-US" sz="2400" b="1" dirty="0"/>
              <a:t>• Winner detection  </a:t>
            </a:r>
          </a:p>
          <a:p>
            <a:pPr marL="0" indent="0">
              <a:buNone/>
            </a:pPr>
            <a:r>
              <a:rPr lang="en-US" sz="2400" b="1" dirty="0"/>
              <a:t>• Draw condition </a:t>
            </a:r>
            <a:endParaRPr lang="en-IN" sz="24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987D5AB-CC21-FFB3-21A7-E194022D21FE}"/>
              </a:ext>
            </a:extLst>
          </p:cNvPr>
          <p:cNvSpPr/>
          <p:nvPr/>
        </p:nvSpPr>
        <p:spPr>
          <a:xfrm>
            <a:off x="1425677" y="776748"/>
            <a:ext cx="2605549" cy="580104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atin typeface="+mj-lt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50237348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405</TotalTime>
  <Words>156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Times New Roman</vt:lpstr>
      <vt:lpstr>Tw Cen MT</vt:lpstr>
      <vt:lpstr>Droplet</vt:lpstr>
      <vt:lpstr>Multiplayer Turn-Based Game Engine using Java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Subham Pal</dc:creator>
  <cp:lastModifiedBy>Subham Pal</cp:lastModifiedBy>
  <cp:revision>2</cp:revision>
  <dcterms:created xsi:type="dcterms:W3CDTF">2026-03-28T22:22:32Z</dcterms:created>
  <dcterms:modified xsi:type="dcterms:W3CDTF">2026-03-29T05:24:08Z</dcterms:modified>
</cp:coreProperties>
</file>